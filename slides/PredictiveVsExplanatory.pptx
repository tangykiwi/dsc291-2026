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53D11-CB4A-D884-6AF9-65A3B8154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E9421-0BB9-B0C6-6B14-38F0E47F1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EF88-84E1-473E-6826-A3A2B7D0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F179-6F1E-FF46-3DF6-AD24C126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4DEE7-38A8-9ACE-F50E-FC7221AC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1C57-8649-AB78-7287-74D7BF68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4039-F570-ED88-665C-065041725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162-6693-2A7A-FA8B-B71DFC5A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131B-870E-1A55-C357-D3959C62E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7CE2-7562-9229-A0FC-6B9E8BA8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5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780C-8884-0BB0-183D-91BD002AE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D1098-69B7-F92E-FA2B-9A8F22445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C0FCB-BCCF-5699-2949-D16D604F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4A4E-3D24-AB4E-42AA-FD15800D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C333-562D-3227-0969-5722BFB3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2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30E2-B2FB-564B-F55A-77BD39AE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9026-B716-BFAF-359F-DFFE9325D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DE9B2-85C6-62E8-6EAD-EAB2C4D56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BA49-D6DA-0469-80C3-8A56F071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CEDC9-19E6-FE2C-3794-B73A060C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84BD8-1F93-3BEC-D9A0-6758752B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76FC-337C-C7A1-1DEE-A8362221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65B15-6303-7FCC-8723-0829A5E3D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FEDD1-95E3-219B-A246-A8FED6560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C2E433-CE75-BD84-B90A-36DF4049A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50E1A-E383-9A36-4710-5BAA4D9FD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5F5CA-3DFC-6C3A-F536-AEFA3F14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A09F20-38E2-8BD2-C5A3-2DD4DB73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B0D5B-1A7E-7DFD-C664-1901B0DF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5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6C273-16E5-40FE-929F-99FE6188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9A8FF-267B-900A-1B24-D3335BA21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5498C-801A-03C1-3887-A2625EF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44CA2-A642-B043-C6FF-572771C1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8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BDD8D-D366-D881-E54D-DE11ED7F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84D80-E068-13C4-3C16-0F836FBD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B6284-9C3C-C85A-1AC2-84021FD8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5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1F2A-59BA-727B-4F3C-DF23E09EB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1F653-097B-1E2E-0548-E56B2BBB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B6E04-37AA-78B5-1816-794B50FFD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268B9-C8E6-79A9-9EC6-84D00832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04B0C-82B9-C8E2-C101-FA06EAA6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610BE-F6B9-D8D5-49E3-699FB2F9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0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BA2E-CFD2-C3FD-253C-ED19D8DCB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B52C3-5062-44F5-F3FB-52AD32896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88F75-107A-C52C-E639-61A86ACDC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5F7B7-041D-6E69-CD83-B219E0E5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099AD-BF64-30F6-6713-AF6B4A00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BB162-A09D-1504-C1FE-9CC41854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2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0CFC-B25B-F370-B7DB-0E159D0E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C1A3D-5712-7C56-0441-ED873ED3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0D66A-CAD1-62DD-7AB6-CB8CED91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A7CF5-C7C6-D06C-02CD-E844B7F1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E0A5B-0292-D970-D9D1-670378A7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2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50FEA-0E94-25A5-2B26-3F5AA929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5E468-F478-EE7D-F875-D2A665D62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6C8E1-7392-09A1-6E12-2E2AEBBB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17C84-F102-FD74-DFE5-A06AAC0A2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EE0CA-CDA1-B769-E8C4-2A34B6D9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8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70D8A-97DE-324A-378F-C759C9EE2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1DADC-B7DB-64BD-36CC-68109BA68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D04D-68F7-6308-9846-B388C8F65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EDCE1-952C-A845-AF7D-D61600F200ED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BA317-DCD2-CEDE-75A4-234358D7C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5125F-0E47-984A-39E7-78DD4977C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0A95F-0283-9240-9A6D-4A187238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3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D4B7-D0A7-D3B5-A4F6-CB7133DEB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 tasks:</a:t>
            </a:r>
            <a:br>
              <a:rPr lang="en-US" dirty="0"/>
            </a:br>
            <a:r>
              <a:rPr lang="en-US" dirty="0"/>
              <a:t>predictive vs. explanatory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0E6AC-B381-8DBE-D559-209E29588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81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331B-DDB6-EEE8-41BD-76F0D3A0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Airline Flight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968A77-606B-3CBB-CEE8-C44CEA445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3650"/>
            <a:ext cx="10515600" cy="1018205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092EF22-3AF1-7F87-2283-2161052B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8988" y="4327039"/>
            <a:ext cx="20870554" cy="20208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89569C-8C6E-EE55-C1B2-FE1C008B22DC}"/>
              </a:ext>
            </a:extLst>
          </p:cNvPr>
          <p:cNvSpPr txBox="1"/>
          <p:nvPr/>
        </p:nvSpPr>
        <p:spPr>
          <a:xfrm>
            <a:off x="838200" y="2000799"/>
            <a:ext cx="755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 table of about 60 million rows, each row corresponds to one flight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47705-4A23-A8A1-DD17-32E25CFC584B}"/>
              </a:ext>
            </a:extLst>
          </p:cNvPr>
          <p:cNvSpPr/>
          <p:nvPr/>
        </p:nvSpPr>
        <p:spPr>
          <a:xfrm>
            <a:off x="7858897" y="4003589"/>
            <a:ext cx="1952368" cy="2489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97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A7FB-5C9D-2296-E85C-CDA42849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very different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6EEC-A7AC-D3EF-41E2-D49919737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Predict flight delays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Explain flight delays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59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E181-3B98-5D4B-E5D2-228D3283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flight delay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C80C-C87B-39F4-8EE8-B2013E3A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 defined problem.</a:t>
            </a:r>
          </a:p>
          <a:p>
            <a:r>
              <a:rPr lang="en-US" dirty="0"/>
              <a:t>Number of parameters in model is not important</a:t>
            </a:r>
          </a:p>
          <a:p>
            <a:pPr lvl="1"/>
            <a:r>
              <a:rPr lang="en-US" dirty="0"/>
              <a:t>Black box models</a:t>
            </a:r>
          </a:p>
          <a:p>
            <a:pPr lvl="1"/>
            <a:r>
              <a:rPr lang="en-US" dirty="0"/>
              <a:t>Neural Networks</a:t>
            </a:r>
          </a:p>
          <a:p>
            <a:r>
              <a:rPr lang="en-US" dirty="0"/>
              <a:t>Utility is not clear: who can use this information and to what end?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2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CDB6-4E1E-5901-9623-22176008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time delay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DDB3F-BFED-B19D-866B-A7C96FF44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Possible explanations:</a:t>
            </a:r>
          </a:p>
          <a:p>
            <a:pPr lvl="1"/>
            <a:r>
              <a:rPr lang="en-US" dirty="0"/>
              <a:t>Airline</a:t>
            </a:r>
          </a:p>
          <a:p>
            <a:pPr lvl="1"/>
            <a:r>
              <a:rPr lang="en-US" dirty="0"/>
              <a:t>Time of day</a:t>
            </a:r>
          </a:p>
          <a:p>
            <a:pPr lvl="1"/>
            <a:r>
              <a:rPr lang="en-US" dirty="0"/>
              <a:t>Cascading delays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Less well defined than prediction task</a:t>
            </a:r>
          </a:p>
          <a:p>
            <a:r>
              <a:rPr lang="en-US" dirty="0"/>
              <a:t> Better if number of parameters is small</a:t>
            </a:r>
          </a:p>
          <a:p>
            <a:r>
              <a:rPr lang="en-US" dirty="0"/>
              <a:t>Utility: </a:t>
            </a:r>
          </a:p>
          <a:p>
            <a:pPr lvl="1"/>
            <a:r>
              <a:rPr lang="en-US" dirty="0"/>
              <a:t>to traveler: which airline to choose</a:t>
            </a:r>
          </a:p>
          <a:p>
            <a:pPr lvl="1"/>
            <a:r>
              <a:rPr lang="en-US" dirty="0"/>
              <a:t>To Airline: what changes are likely to reduce delays.</a:t>
            </a:r>
          </a:p>
        </p:txBody>
      </p:sp>
    </p:spTree>
    <p:extLst>
      <p:ext uri="{BB962C8B-B14F-4D97-AF65-F5344CB8AC3E}">
        <p14:creationId xmlns:p14="http://schemas.microsoft.com/office/powerpoint/2010/main" val="89297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1FDD-6987-C9B2-9954-794724CA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Explanatory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1E22-BC9A-0150-6A13-C15C9130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Statistics (mean, variance, covariance)</a:t>
            </a:r>
          </a:p>
          <a:p>
            <a:r>
              <a:rPr lang="en-US" dirty="0"/>
              <a:t>Principal Components Analysis (PCA)</a:t>
            </a:r>
          </a:p>
          <a:p>
            <a:r>
              <a:rPr lang="en-US" dirty="0"/>
              <a:t>Generalized Additive Models (GAMs)</a:t>
            </a:r>
          </a:p>
          <a:p>
            <a:r>
              <a:rPr lang="en-US" dirty="0"/>
              <a:t>Visualization of functions</a:t>
            </a:r>
          </a:p>
          <a:p>
            <a:r>
              <a:rPr lang="en-US" dirty="0"/>
              <a:t>Visualization on 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2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C040-678D-7155-D162-5F9F74FD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Tools introduced  in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04C1-966F-E7F6-67E8-DD18FF2AA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  <a:p>
            <a:r>
              <a:rPr lang="en-US" dirty="0" err="1"/>
              <a:t>XGBoost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2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155</Words>
  <Application>Microsoft Macintosh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Two tasks: predictive vs. explanatory</vt:lpstr>
      <vt:lpstr>Airline Flight Data</vt:lpstr>
      <vt:lpstr>Two very different tasks</vt:lpstr>
      <vt:lpstr>Predict flight delay</vt:lpstr>
      <vt:lpstr>Explain time delay</vt:lpstr>
      <vt:lpstr>Explanatory tools</vt:lpstr>
      <vt:lpstr>Other Tools introduced  in 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freund</dc:creator>
  <cp:lastModifiedBy>yoav freund</cp:lastModifiedBy>
  <cp:revision>1</cp:revision>
  <dcterms:created xsi:type="dcterms:W3CDTF">2025-11-10T01:47:16Z</dcterms:created>
  <dcterms:modified xsi:type="dcterms:W3CDTF">2025-11-10T02:56:25Z</dcterms:modified>
</cp:coreProperties>
</file>